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7300" y="0"/>
            <a:ext cx="1540200" cy="199200"/>
            <a:chOff x="0" y="0"/>
            <a:chExt cx="2053600" cy="2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3590" cy="265557"/>
            </a:xfrm>
            <a:custGeom>
              <a:avLst/>
              <a:gdLst/>
              <a:ahLst/>
              <a:cxnLst/>
              <a:rect r="r" b="b" t="t" l="l"/>
              <a:pathLst>
                <a:path h="265557" w="2053590">
                  <a:moveTo>
                    <a:pt x="0" y="0"/>
                  </a:moveTo>
                  <a:lnTo>
                    <a:pt x="2053590" y="0"/>
                  </a:lnTo>
                  <a:lnTo>
                    <a:pt x="2053590" y="265557"/>
                  </a:lnTo>
                  <a:lnTo>
                    <a:pt x="0" y="265557"/>
                  </a:lnTo>
                  <a:close/>
                </a:path>
              </a:pathLst>
            </a:custGeom>
            <a:solidFill>
              <a:srgbClr val="09AE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28470" y="0"/>
            <a:ext cx="7827130" cy="10287000"/>
            <a:chOff x="0" y="0"/>
            <a:chExt cx="10436174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3621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436214">
                  <a:moveTo>
                    <a:pt x="0" y="0"/>
                  </a:moveTo>
                  <a:lnTo>
                    <a:pt x="10436214" y="0"/>
                  </a:lnTo>
                  <a:lnTo>
                    <a:pt x="10436214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50000">
                  <a:srgbClr val="12490C">
                    <a:alpha val="78000"/>
                  </a:srgbClr>
                </a:gs>
                <a:gs pos="100000">
                  <a:srgbClr val="1B9906">
                    <a:alpha val="78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73850" y="10087800"/>
            <a:ext cx="3961800" cy="199200"/>
            <a:chOff x="0" y="0"/>
            <a:chExt cx="5282400" cy="26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82438" cy="265557"/>
            </a:xfrm>
            <a:custGeom>
              <a:avLst/>
              <a:gdLst/>
              <a:ahLst/>
              <a:cxnLst/>
              <a:rect r="r" b="b" t="t" l="l"/>
              <a:pathLst>
                <a:path h="265557" w="5282438">
                  <a:moveTo>
                    <a:pt x="0" y="0"/>
                  </a:moveTo>
                  <a:lnTo>
                    <a:pt x="5282438" y="0"/>
                  </a:lnTo>
                  <a:lnTo>
                    <a:pt x="5282438" y="265557"/>
                  </a:lnTo>
                  <a:lnTo>
                    <a:pt x="0" y="265557"/>
                  </a:lnTo>
                  <a:close/>
                </a:path>
              </a:pathLst>
            </a:custGeom>
            <a:solidFill>
              <a:srgbClr val="09AE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47807" y="2794171"/>
            <a:ext cx="13192386" cy="4698658"/>
          </a:xfrm>
          <a:custGeom>
            <a:avLst/>
            <a:gdLst/>
            <a:ahLst/>
            <a:cxnLst/>
            <a:rect r="r" b="b" t="t" l="l"/>
            <a:pathLst>
              <a:path h="4698658" w="13192386">
                <a:moveTo>
                  <a:pt x="0" y="0"/>
                </a:moveTo>
                <a:lnTo>
                  <a:pt x="13192386" y="0"/>
                </a:lnTo>
                <a:lnTo>
                  <a:pt x="13192386" y="4698658"/>
                </a:lnTo>
                <a:lnTo>
                  <a:pt x="0" y="4698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7875" y="8524487"/>
            <a:ext cx="1049078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E3E9ED"/>
                </a:solidFill>
                <a:latin typeface="Arimo Bold"/>
                <a:ea typeface="Arimo Bold"/>
                <a:cs typeface="Arimo Bold"/>
                <a:sym typeface="Arimo Bold"/>
              </a:rPr>
              <a:t>Sofia Siqueira, Isabela Pereira, Mirella Fernandes, Pedro Henrique e Nicolas Pereira</a:t>
            </a:r>
            <a:r>
              <a:rPr lang="en-US" sz="3000">
                <a:solidFill>
                  <a:srgbClr val="E3E9ED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-2249729" y="5043900"/>
            <a:ext cx="4698658" cy="199200"/>
            <a:chOff x="0" y="0"/>
            <a:chExt cx="6264877" cy="265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64847" cy="265557"/>
            </a:xfrm>
            <a:custGeom>
              <a:avLst/>
              <a:gdLst/>
              <a:ahLst/>
              <a:cxnLst/>
              <a:rect r="r" b="b" t="t" l="l"/>
              <a:pathLst>
                <a:path h="265557" w="6264847">
                  <a:moveTo>
                    <a:pt x="0" y="0"/>
                  </a:moveTo>
                  <a:lnTo>
                    <a:pt x="6264847" y="0"/>
                  </a:lnTo>
                  <a:lnTo>
                    <a:pt x="6264847" y="265557"/>
                  </a:lnTo>
                  <a:lnTo>
                    <a:pt x="0" y="265557"/>
                  </a:lnTo>
                  <a:close/>
                </a:path>
              </a:pathLst>
            </a:custGeom>
            <a:solidFill>
              <a:srgbClr val="09AE00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980900" y="2447885"/>
            <a:ext cx="3961800" cy="199200"/>
            <a:chOff x="0" y="0"/>
            <a:chExt cx="5282400" cy="2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82438" cy="265557"/>
            </a:xfrm>
            <a:custGeom>
              <a:avLst/>
              <a:gdLst/>
              <a:ahLst/>
              <a:cxnLst/>
              <a:rect r="r" b="b" t="t" l="l"/>
              <a:pathLst>
                <a:path h="265557" w="5282438">
                  <a:moveTo>
                    <a:pt x="5282438" y="0"/>
                  </a:moveTo>
                  <a:lnTo>
                    <a:pt x="0" y="0"/>
                  </a:lnTo>
                  <a:lnTo>
                    <a:pt x="0" y="265557"/>
                  </a:lnTo>
                  <a:lnTo>
                    <a:pt x="5282438" y="265557"/>
                  </a:lnTo>
                  <a:close/>
                </a:path>
              </a:pathLst>
            </a:custGeom>
            <a:solidFill>
              <a:srgbClr val="2EF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6207000" y="0"/>
            <a:ext cx="2081000" cy="289509"/>
            <a:chOff x="0" y="0"/>
            <a:chExt cx="1344800" cy="18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4803" cy="187059"/>
            </a:xfrm>
            <a:custGeom>
              <a:avLst/>
              <a:gdLst/>
              <a:ahLst/>
              <a:cxnLst/>
              <a:rect r="r" b="b" t="t" l="l"/>
              <a:pathLst>
                <a:path h="187059" w="1344803">
                  <a:moveTo>
                    <a:pt x="1344803" y="0"/>
                  </a:moveTo>
                  <a:lnTo>
                    <a:pt x="0" y="0"/>
                  </a:lnTo>
                  <a:lnTo>
                    <a:pt x="0" y="187059"/>
                  </a:lnTo>
                  <a:lnTo>
                    <a:pt x="1344803" y="18705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685551">
            <a:off x="8402211" y="6334963"/>
            <a:ext cx="444217" cy="434254"/>
          </a:xfrm>
          <a:custGeom>
            <a:avLst/>
            <a:gdLst/>
            <a:ahLst/>
            <a:cxnLst/>
            <a:rect r="r" b="b" t="t" l="l"/>
            <a:pathLst>
              <a:path h="434254" w="444217">
                <a:moveTo>
                  <a:pt x="0" y="0"/>
                </a:moveTo>
                <a:lnTo>
                  <a:pt x="444217" y="0"/>
                </a:lnTo>
                <a:lnTo>
                  <a:pt x="444217" y="434254"/>
                </a:lnTo>
                <a:lnTo>
                  <a:pt x="0" y="434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48856" y="1939162"/>
            <a:ext cx="672366" cy="672366"/>
          </a:xfrm>
          <a:custGeom>
            <a:avLst/>
            <a:gdLst/>
            <a:ahLst/>
            <a:cxnLst/>
            <a:rect r="r" b="b" t="t" l="l"/>
            <a:pathLst>
              <a:path h="672366" w="672366">
                <a:moveTo>
                  <a:pt x="0" y="0"/>
                </a:moveTo>
                <a:lnTo>
                  <a:pt x="672366" y="0"/>
                </a:lnTo>
                <a:lnTo>
                  <a:pt x="672366" y="672367"/>
                </a:lnTo>
                <a:lnTo>
                  <a:pt x="0" y="672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5400000">
            <a:off x="8387817" y="889317"/>
            <a:ext cx="1489988" cy="18464822"/>
            <a:chOff x="0" y="0"/>
            <a:chExt cx="1967627" cy="2438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7667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967667">
                  <a:moveTo>
                    <a:pt x="0" y="0"/>
                  </a:moveTo>
                  <a:lnTo>
                    <a:pt x="1967667" y="0"/>
                  </a:lnTo>
                  <a:lnTo>
                    <a:pt x="1967667" y="24384000"/>
                  </a:lnTo>
                  <a:lnTo>
                    <a:pt x="0" y="24384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50000">
                  <a:srgbClr val="12490C">
                    <a:alpha val="78000"/>
                  </a:srgbClr>
                </a:gs>
                <a:gs pos="100000">
                  <a:srgbClr val="1B9906">
                    <a:alpha val="78000"/>
                  </a:srgbClr>
                </a:gs>
              </a:gsLst>
              <a:lin ang="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15212" y="1939162"/>
            <a:ext cx="594419" cy="689463"/>
          </a:xfrm>
          <a:custGeom>
            <a:avLst/>
            <a:gdLst/>
            <a:ahLst/>
            <a:cxnLst/>
            <a:rect r="r" b="b" t="t" l="l"/>
            <a:pathLst>
              <a:path h="689463" w="594419">
                <a:moveTo>
                  <a:pt x="0" y="0"/>
                </a:moveTo>
                <a:lnTo>
                  <a:pt x="594419" y="0"/>
                </a:lnTo>
                <a:lnTo>
                  <a:pt x="594419" y="689464"/>
                </a:lnTo>
                <a:lnTo>
                  <a:pt x="0" y="689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775" t="-19443" r="-26317" b="-1426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3690" y="6261163"/>
            <a:ext cx="510020" cy="581853"/>
          </a:xfrm>
          <a:custGeom>
            <a:avLst/>
            <a:gdLst/>
            <a:ahLst/>
            <a:cxnLst/>
            <a:rect r="r" b="b" t="t" l="l"/>
            <a:pathLst>
              <a:path h="581853" w="510020">
                <a:moveTo>
                  <a:pt x="0" y="0"/>
                </a:moveTo>
                <a:lnTo>
                  <a:pt x="510020" y="0"/>
                </a:lnTo>
                <a:lnTo>
                  <a:pt x="510020" y="581854"/>
                </a:lnTo>
                <a:lnTo>
                  <a:pt x="0" y="5818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000" t="-26154" r="-41281" b="-2924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7206" y="394372"/>
            <a:ext cx="90446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NOSSO PROJETO - </a:t>
            </a:r>
            <a:r>
              <a:rPr lang="en-US" sz="5499">
                <a:solidFill>
                  <a:srgbClr val="48EE7B"/>
                </a:solidFill>
                <a:latin typeface="Arimo"/>
                <a:ea typeface="Arimo"/>
                <a:cs typeface="Arimo"/>
                <a:sym typeface="Arimo"/>
              </a:rPr>
              <a:t>ALLFIT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895" y="1956935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6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QUE É + MISSÃO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5212" y="2909439"/>
            <a:ext cx="6339772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AllFit é um programa que cruza dados do usuário (peso, altura, idade) para recomendar planos personalizados de dieta e treinos focado em metas (perda de peso, ganho de massa ou saúde).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2823856" y="915225"/>
            <a:ext cx="4423624" cy="19050"/>
          </a:xfrm>
          <a:prstGeom prst="line">
            <a:avLst/>
          </a:prstGeom>
          <a:ln cap="rnd" w="9525">
            <a:solidFill>
              <a:srgbClr val="2EF07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9243600" y="1974332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6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PÚBLICO-ALVO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48856" y="2909439"/>
            <a:ext cx="5882051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 jovens a idosos que buscam alta performance corporal ou uma rotina mais equilibrada.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88895" y="6280783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6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PLATAFORMAS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075" y="6978895"/>
            <a:ext cx="531604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Website e Aplicativo Mobile.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010350" y="6280783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6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TECNOLOGIAS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48856" y="6978895"/>
            <a:ext cx="7114781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HTML, CSS, Java; 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USBWebserver, MySQL, phpMyAdmin;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Power Apps, SharePoint, Figma, Canva e Photoshop.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561236" y="481751"/>
            <a:ext cx="783031" cy="769871"/>
          </a:xfrm>
          <a:custGeom>
            <a:avLst/>
            <a:gdLst/>
            <a:ahLst/>
            <a:cxnLst/>
            <a:rect r="r" b="b" t="t" l="l"/>
            <a:pathLst>
              <a:path h="769871" w="783031">
                <a:moveTo>
                  <a:pt x="0" y="0"/>
                </a:moveTo>
                <a:lnTo>
                  <a:pt x="783031" y="0"/>
                </a:lnTo>
                <a:lnTo>
                  <a:pt x="783031" y="769871"/>
                </a:lnTo>
                <a:lnTo>
                  <a:pt x="0" y="769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255" t="-39005" r="-43378" b="-4878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11225" y="8823402"/>
            <a:ext cx="1991550" cy="415200"/>
          </a:xfrm>
          <a:custGeom>
            <a:avLst/>
            <a:gdLst/>
            <a:ahLst/>
            <a:cxnLst/>
            <a:rect r="r" b="b" t="t" l="l"/>
            <a:pathLst>
              <a:path h="415200" w="1991550">
                <a:moveTo>
                  <a:pt x="0" y="0"/>
                </a:moveTo>
                <a:lnTo>
                  <a:pt x="1991550" y="0"/>
                </a:lnTo>
                <a:lnTo>
                  <a:pt x="1991550" y="415200"/>
                </a:lnTo>
                <a:lnTo>
                  <a:pt x="0" y="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1980900" y="2447885"/>
            <a:ext cx="3961800" cy="199200"/>
            <a:chOff x="0" y="0"/>
            <a:chExt cx="5282400" cy="2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82438" cy="265557"/>
            </a:xfrm>
            <a:custGeom>
              <a:avLst/>
              <a:gdLst/>
              <a:ahLst/>
              <a:cxnLst/>
              <a:rect r="r" b="b" t="t" l="l"/>
              <a:pathLst>
                <a:path h="265557" w="5282438">
                  <a:moveTo>
                    <a:pt x="5282438" y="0"/>
                  </a:moveTo>
                  <a:lnTo>
                    <a:pt x="0" y="0"/>
                  </a:lnTo>
                  <a:lnTo>
                    <a:pt x="0" y="265557"/>
                  </a:lnTo>
                  <a:lnTo>
                    <a:pt x="5282438" y="265557"/>
                  </a:lnTo>
                  <a:close/>
                </a:path>
              </a:pathLst>
            </a:custGeom>
            <a:solidFill>
              <a:srgbClr val="2EF074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6207000" y="0"/>
            <a:ext cx="2081000" cy="289509"/>
            <a:chOff x="0" y="0"/>
            <a:chExt cx="1344800" cy="18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4803" cy="187059"/>
            </a:xfrm>
            <a:custGeom>
              <a:avLst/>
              <a:gdLst/>
              <a:ahLst/>
              <a:cxnLst/>
              <a:rect r="r" b="b" t="t" l="l"/>
              <a:pathLst>
                <a:path h="187059" w="1344803">
                  <a:moveTo>
                    <a:pt x="1344803" y="0"/>
                  </a:moveTo>
                  <a:lnTo>
                    <a:pt x="0" y="0"/>
                  </a:lnTo>
                  <a:lnTo>
                    <a:pt x="0" y="187059"/>
                  </a:lnTo>
                  <a:lnTo>
                    <a:pt x="1344803" y="18705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523569" y="1063406"/>
            <a:ext cx="1513820" cy="18760158"/>
            <a:chOff x="0" y="0"/>
            <a:chExt cx="1967627" cy="2438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7667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967667">
                  <a:moveTo>
                    <a:pt x="0" y="0"/>
                  </a:moveTo>
                  <a:lnTo>
                    <a:pt x="1967667" y="0"/>
                  </a:lnTo>
                  <a:lnTo>
                    <a:pt x="1967667" y="24384000"/>
                  </a:lnTo>
                  <a:lnTo>
                    <a:pt x="0" y="24384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50000">
                  <a:srgbClr val="12490C">
                    <a:alpha val="78000"/>
                  </a:srgbClr>
                </a:gs>
                <a:gs pos="100000">
                  <a:srgbClr val="1B9906">
                    <a:alpha val="78000"/>
                  </a:srgbClr>
                </a:gs>
              </a:gsLst>
              <a:lin ang="0"/>
            </a:gra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310413" y="422947"/>
            <a:ext cx="783031" cy="769871"/>
          </a:xfrm>
          <a:custGeom>
            <a:avLst/>
            <a:gdLst/>
            <a:ahLst/>
            <a:cxnLst/>
            <a:rect r="r" b="b" t="t" l="l"/>
            <a:pathLst>
              <a:path h="769871" w="783031">
                <a:moveTo>
                  <a:pt x="0" y="0"/>
                </a:moveTo>
                <a:lnTo>
                  <a:pt x="783032" y="0"/>
                </a:lnTo>
                <a:lnTo>
                  <a:pt x="783032" y="769871"/>
                </a:lnTo>
                <a:lnTo>
                  <a:pt x="0" y="769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255" t="-39005" r="-43378" b="-487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380969" y="8054925"/>
            <a:ext cx="1991550" cy="415200"/>
          </a:xfrm>
          <a:custGeom>
            <a:avLst/>
            <a:gdLst/>
            <a:ahLst/>
            <a:cxnLst/>
            <a:rect r="r" b="b" t="t" l="l"/>
            <a:pathLst>
              <a:path h="415200" w="1991550">
                <a:moveTo>
                  <a:pt x="0" y="0"/>
                </a:moveTo>
                <a:lnTo>
                  <a:pt x="1991550" y="0"/>
                </a:lnTo>
                <a:lnTo>
                  <a:pt x="1991550" y="415200"/>
                </a:lnTo>
                <a:lnTo>
                  <a:pt x="0" y="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198854" y="1460874"/>
          <a:ext cx="16459760" cy="7987575"/>
        </p:xfrm>
        <a:graphic>
          <a:graphicData uri="http://schemas.openxmlformats.org/drawingml/2006/table">
            <a:tbl>
              <a:tblPr/>
              <a:tblGrid>
                <a:gridCol w="7964149"/>
                <a:gridCol w="8495611"/>
              </a:tblGrid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F0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F074"/>
                    </a:solidFill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5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407206" y="394372"/>
            <a:ext cx="1397245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TABELAS DO NOSSO BANCO DE DADOS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80841" y="1638979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b="true" sz="36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32700">
                        <a:alpha val="100000"/>
                      </a:srgbClr>
                    </a:gs>
                    <a:gs pos="100000">
                      <a:srgbClr val="083B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Arimo Bold"/>
                <a:ea typeface="Arimo Bold"/>
                <a:cs typeface="Arimo Bold"/>
                <a:sym typeface="Arimo Bold"/>
              </a:rPr>
              <a:t>TABELA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45519" y="1638979"/>
            <a:ext cx="51100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b="true" sz="36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32700">
                        <a:alpha val="100000"/>
                      </a:srgbClr>
                    </a:gs>
                    <a:gs pos="100000">
                      <a:srgbClr val="083B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Arimo Bold"/>
                <a:ea typeface="Arimo Bold"/>
                <a:cs typeface="Arimo Bold"/>
                <a:sym typeface="Arimo Bold"/>
              </a:rPr>
              <a:t>FUNÇÃO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80841" y="2635936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USUARIOS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1873" y="2454961"/>
            <a:ext cx="809737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 os dados básicos do cadastro e identifica cada usuário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0841" y="3520204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PERFIS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1873" y="3520204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 idade, altura e peso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0841" y="4337885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OBJETIVOS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1873" y="4337885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 os objetivos disponíveis no sistema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80841" y="5264162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USUARIO_OBJETIVO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61236" y="5264162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Relaciona cada usuário ao seu objetivo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80841" y="6083312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DIETAS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6998" y="6083312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 as informações das dietas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80841" y="7007237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RESTRICOES_ALIMENTARES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61236" y="7007237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 as opções de restrições alimentares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4063" y="7699206"/>
            <a:ext cx="676364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DIETA_RESTRICAO /</a:t>
            </a:r>
          </a:p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RESTRICOES_DIETA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80841" y="8756481"/>
            <a:ext cx="51100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TABELAS DE EXERCÍCIOS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51873" y="7880181"/>
            <a:ext cx="80973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Relaciona uma dieta às suas restrições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8734" y="8597640"/>
            <a:ext cx="809737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Guardam as informações da rotina e dificuldades de mobilidade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990665" y="10087800"/>
            <a:ext cx="6530400" cy="199200"/>
            <a:chOff x="0" y="0"/>
            <a:chExt cx="8707200" cy="2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07247" cy="265557"/>
            </a:xfrm>
            <a:custGeom>
              <a:avLst/>
              <a:gdLst/>
              <a:ahLst/>
              <a:cxnLst/>
              <a:rect r="r" b="b" t="t" l="l"/>
              <a:pathLst>
                <a:path h="265557" w="8707247">
                  <a:moveTo>
                    <a:pt x="8707247" y="0"/>
                  </a:moveTo>
                  <a:lnTo>
                    <a:pt x="0" y="0"/>
                  </a:lnTo>
                  <a:lnTo>
                    <a:pt x="0" y="265557"/>
                  </a:lnTo>
                  <a:lnTo>
                    <a:pt x="8707247" y="265557"/>
                  </a:lnTo>
                  <a:close/>
                </a:path>
              </a:pathLst>
            </a:custGeom>
            <a:solidFill>
              <a:srgbClr val="2EF07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83952" y="1559307"/>
            <a:ext cx="1991550" cy="415200"/>
          </a:xfrm>
          <a:custGeom>
            <a:avLst/>
            <a:gdLst/>
            <a:ahLst/>
            <a:cxnLst/>
            <a:rect r="r" b="b" t="t" l="l"/>
            <a:pathLst>
              <a:path h="415200" w="1991550">
                <a:moveTo>
                  <a:pt x="0" y="0"/>
                </a:moveTo>
                <a:lnTo>
                  <a:pt x="1991550" y="0"/>
                </a:lnTo>
                <a:lnTo>
                  <a:pt x="1991550" y="415200"/>
                </a:lnTo>
                <a:lnTo>
                  <a:pt x="0" y="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05826" y="810959"/>
            <a:ext cx="2732529" cy="2732529"/>
            <a:chOff x="0" y="0"/>
            <a:chExt cx="3830200" cy="38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8" y="0"/>
              <a:ext cx="3830509" cy="3830306"/>
            </a:xfrm>
            <a:custGeom>
              <a:avLst/>
              <a:gdLst/>
              <a:ahLst/>
              <a:cxnLst/>
              <a:rect r="r" b="b" t="t" l="l"/>
              <a:pathLst>
                <a:path h="3830306" w="3830509">
                  <a:moveTo>
                    <a:pt x="1915208" y="0"/>
                  </a:moveTo>
                  <a:lnTo>
                    <a:pt x="1915208" y="12700"/>
                  </a:lnTo>
                  <a:lnTo>
                    <a:pt x="1915208" y="0"/>
                  </a:lnTo>
                  <a:cubicBezTo>
                    <a:pt x="2815130" y="0"/>
                    <a:pt x="3593640" y="626618"/>
                    <a:pt x="3786045" y="1505712"/>
                  </a:cubicBezTo>
                  <a:cubicBezTo>
                    <a:pt x="3978450" y="2384806"/>
                    <a:pt x="3532680" y="3279394"/>
                    <a:pt x="2714927" y="3655187"/>
                  </a:cubicBezTo>
                  <a:lnTo>
                    <a:pt x="2709593" y="3643630"/>
                  </a:lnTo>
                  <a:lnTo>
                    <a:pt x="2714927" y="3655187"/>
                  </a:lnTo>
                  <a:cubicBezTo>
                    <a:pt x="1897174" y="4030980"/>
                    <a:pt x="928037" y="3786759"/>
                    <a:pt x="386128" y="3068320"/>
                  </a:cubicBezTo>
                  <a:cubicBezTo>
                    <a:pt x="-155781" y="2349881"/>
                    <a:pt x="-124285" y="1350899"/>
                    <a:pt x="461693" y="668020"/>
                  </a:cubicBezTo>
                  <a:cubicBezTo>
                    <a:pt x="466265" y="662686"/>
                    <a:pt x="474266" y="662051"/>
                    <a:pt x="479600" y="666623"/>
                  </a:cubicBezTo>
                  <a:lnTo>
                    <a:pt x="1923336" y="1905508"/>
                  </a:lnTo>
                  <a:lnTo>
                    <a:pt x="1915081" y="1915160"/>
                  </a:lnTo>
                  <a:lnTo>
                    <a:pt x="1902381" y="1915160"/>
                  </a:lnTo>
                  <a:lnTo>
                    <a:pt x="1902381" y="12700"/>
                  </a:lnTo>
                  <a:cubicBezTo>
                    <a:pt x="1902381" y="9271"/>
                    <a:pt x="1903778" y="6096"/>
                    <a:pt x="1906064" y="3683"/>
                  </a:cubicBezTo>
                  <a:cubicBezTo>
                    <a:pt x="1908350" y="1270"/>
                    <a:pt x="1911652" y="0"/>
                    <a:pt x="1915081" y="0"/>
                  </a:cubicBezTo>
                  <a:moveTo>
                    <a:pt x="1915081" y="25400"/>
                  </a:moveTo>
                  <a:lnTo>
                    <a:pt x="1915081" y="12700"/>
                  </a:lnTo>
                  <a:lnTo>
                    <a:pt x="1927781" y="12700"/>
                  </a:lnTo>
                  <a:lnTo>
                    <a:pt x="1927781" y="1915160"/>
                  </a:lnTo>
                  <a:cubicBezTo>
                    <a:pt x="1927781" y="1920113"/>
                    <a:pt x="1924860" y="1924685"/>
                    <a:pt x="1920415" y="1926717"/>
                  </a:cubicBezTo>
                  <a:cubicBezTo>
                    <a:pt x="1915970" y="1928749"/>
                    <a:pt x="1910636" y="1927987"/>
                    <a:pt x="1906826" y="1924812"/>
                  </a:cubicBezTo>
                  <a:lnTo>
                    <a:pt x="463217" y="685800"/>
                  </a:lnTo>
                  <a:lnTo>
                    <a:pt x="471472" y="676148"/>
                  </a:lnTo>
                  <a:lnTo>
                    <a:pt x="481124" y="684403"/>
                  </a:lnTo>
                  <a:cubicBezTo>
                    <a:pt x="-97234" y="1358392"/>
                    <a:pt x="-128222" y="2344039"/>
                    <a:pt x="406448" y="3052953"/>
                  </a:cubicBezTo>
                  <a:lnTo>
                    <a:pt x="396288" y="3060573"/>
                  </a:lnTo>
                  <a:lnTo>
                    <a:pt x="406448" y="3052953"/>
                  </a:lnTo>
                  <a:cubicBezTo>
                    <a:pt x="941118" y="3761867"/>
                    <a:pt x="1897428" y="4002913"/>
                    <a:pt x="2704259" y="3632073"/>
                  </a:cubicBezTo>
                  <a:cubicBezTo>
                    <a:pt x="3511090" y="3261233"/>
                    <a:pt x="3951018" y="2378583"/>
                    <a:pt x="3761153" y="1511173"/>
                  </a:cubicBezTo>
                  <a:lnTo>
                    <a:pt x="3773599" y="1508506"/>
                  </a:lnTo>
                  <a:lnTo>
                    <a:pt x="3761153" y="1511173"/>
                  </a:lnTo>
                  <a:cubicBezTo>
                    <a:pt x="3571415" y="643763"/>
                    <a:pt x="2803192" y="25400"/>
                    <a:pt x="1915208" y="25400"/>
                  </a:cubicBezTo>
                  <a:close/>
                </a:path>
              </a:pathLst>
            </a:custGeom>
            <a:solidFill>
              <a:srgbClr val="2EF07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48" y="0"/>
              <a:ext cx="3830509" cy="3830306"/>
            </a:xfrm>
            <a:custGeom>
              <a:avLst/>
              <a:gdLst/>
              <a:ahLst/>
              <a:cxnLst/>
              <a:rect r="r" b="b" t="t" l="l"/>
              <a:pathLst>
                <a:path h="3830306" w="3830509">
                  <a:moveTo>
                    <a:pt x="1915208" y="0"/>
                  </a:moveTo>
                  <a:lnTo>
                    <a:pt x="1915208" y="12700"/>
                  </a:lnTo>
                  <a:lnTo>
                    <a:pt x="1915208" y="0"/>
                  </a:lnTo>
                  <a:cubicBezTo>
                    <a:pt x="2815130" y="0"/>
                    <a:pt x="3593640" y="626618"/>
                    <a:pt x="3786045" y="1505712"/>
                  </a:cubicBezTo>
                  <a:cubicBezTo>
                    <a:pt x="3978450" y="2384806"/>
                    <a:pt x="3532680" y="3279394"/>
                    <a:pt x="2714927" y="3655187"/>
                  </a:cubicBezTo>
                  <a:lnTo>
                    <a:pt x="2709593" y="3643630"/>
                  </a:lnTo>
                  <a:lnTo>
                    <a:pt x="2714927" y="3655187"/>
                  </a:lnTo>
                  <a:cubicBezTo>
                    <a:pt x="1897174" y="4030980"/>
                    <a:pt x="928037" y="3786759"/>
                    <a:pt x="386128" y="3068320"/>
                  </a:cubicBezTo>
                  <a:cubicBezTo>
                    <a:pt x="-155781" y="2349881"/>
                    <a:pt x="-124285" y="1350899"/>
                    <a:pt x="461693" y="668020"/>
                  </a:cubicBezTo>
                  <a:lnTo>
                    <a:pt x="480997" y="684530"/>
                  </a:lnTo>
                  <a:cubicBezTo>
                    <a:pt x="-97234" y="1358392"/>
                    <a:pt x="-128222" y="2344039"/>
                    <a:pt x="406448" y="3052953"/>
                  </a:cubicBezTo>
                  <a:lnTo>
                    <a:pt x="396288" y="3060573"/>
                  </a:lnTo>
                  <a:lnTo>
                    <a:pt x="406448" y="3052953"/>
                  </a:lnTo>
                  <a:cubicBezTo>
                    <a:pt x="941118" y="3761867"/>
                    <a:pt x="1897428" y="4002913"/>
                    <a:pt x="2704259" y="3632073"/>
                  </a:cubicBezTo>
                  <a:cubicBezTo>
                    <a:pt x="3511090" y="3261233"/>
                    <a:pt x="3951018" y="2378583"/>
                    <a:pt x="3761153" y="1511173"/>
                  </a:cubicBezTo>
                  <a:lnTo>
                    <a:pt x="3773599" y="1508506"/>
                  </a:lnTo>
                  <a:lnTo>
                    <a:pt x="3761153" y="1511173"/>
                  </a:lnTo>
                  <a:cubicBezTo>
                    <a:pt x="3571415" y="643763"/>
                    <a:pt x="2803192" y="25400"/>
                    <a:pt x="1915208" y="25400"/>
                  </a:cubicBezTo>
                  <a:close/>
                </a:path>
              </a:pathLst>
            </a:custGeom>
            <a:solidFill>
              <a:srgbClr val="2EF074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823164" y="2647142"/>
            <a:ext cx="6865402" cy="4992590"/>
          </a:xfrm>
          <a:custGeom>
            <a:avLst/>
            <a:gdLst/>
            <a:ahLst/>
            <a:cxnLst/>
            <a:rect r="r" b="b" t="t" l="l"/>
            <a:pathLst>
              <a:path h="4992590" w="6865402">
                <a:moveTo>
                  <a:pt x="0" y="0"/>
                </a:moveTo>
                <a:lnTo>
                  <a:pt x="6865402" y="0"/>
                </a:lnTo>
                <a:lnTo>
                  <a:pt x="6865402" y="4992590"/>
                </a:lnTo>
                <a:lnTo>
                  <a:pt x="0" y="4992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4000" y="3000305"/>
            <a:ext cx="6236859" cy="3593915"/>
            <a:chOff x="0" y="0"/>
            <a:chExt cx="1642630" cy="9465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2630" cy="946545"/>
            </a:xfrm>
            <a:custGeom>
              <a:avLst/>
              <a:gdLst/>
              <a:ahLst/>
              <a:cxnLst/>
              <a:rect r="r" b="b" t="t" l="l"/>
              <a:pathLst>
                <a:path h="946545" w="1642630">
                  <a:moveTo>
                    <a:pt x="0" y="0"/>
                  </a:moveTo>
                  <a:lnTo>
                    <a:pt x="1642630" y="0"/>
                  </a:lnTo>
                  <a:lnTo>
                    <a:pt x="1642630" y="946545"/>
                  </a:lnTo>
                  <a:lnTo>
                    <a:pt x="0" y="94654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32700">
                    <a:alpha val="100000"/>
                  </a:srgbClr>
                </a:gs>
                <a:gs pos="100000">
                  <a:srgbClr val="083B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642630" cy="956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451812" y="3798559"/>
            <a:ext cx="5608106" cy="1997408"/>
          </a:xfrm>
          <a:custGeom>
            <a:avLst/>
            <a:gdLst/>
            <a:ahLst/>
            <a:cxnLst/>
            <a:rect r="r" b="b" t="t" l="l"/>
            <a:pathLst>
              <a:path h="1997408" w="5608106">
                <a:moveTo>
                  <a:pt x="0" y="0"/>
                </a:moveTo>
                <a:lnTo>
                  <a:pt x="5608106" y="0"/>
                </a:lnTo>
                <a:lnTo>
                  <a:pt x="5608106" y="1997408"/>
                </a:lnTo>
                <a:lnTo>
                  <a:pt x="0" y="1997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05826" y="5453992"/>
            <a:ext cx="1248882" cy="2535016"/>
          </a:xfrm>
          <a:custGeom>
            <a:avLst/>
            <a:gdLst/>
            <a:ahLst/>
            <a:cxnLst/>
            <a:rect r="r" b="b" t="t" l="l"/>
            <a:pathLst>
              <a:path h="2535016" w="1248882">
                <a:moveTo>
                  <a:pt x="0" y="0"/>
                </a:moveTo>
                <a:lnTo>
                  <a:pt x="1248882" y="0"/>
                </a:lnTo>
                <a:lnTo>
                  <a:pt x="1248882" y="2535016"/>
                </a:lnTo>
                <a:lnTo>
                  <a:pt x="0" y="2535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54970" y="5587095"/>
            <a:ext cx="950595" cy="2052638"/>
            <a:chOff x="0" y="0"/>
            <a:chExt cx="438354" cy="9465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354" cy="946545"/>
            </a:xfrm>
            <a:custGeom>
              <a:avLst/>
              <a:gdLst/>
              <a:ahLst/>
              <a:cxnLst/>
              <a:rect r="r" b="b" t="t" l="l"/>
              <a:pathLst>
                <a:path h="946545" w="438354">
                  <a:moveTo>
                    <a:pt x="0" y="0"/>
                  </a:moveTo>
                  <a:lnTo>
                    <a:pt x="438354" y="0"/>
                  </a:lnTo>
                  <a:lnTo>
                    <a:pt x="438354" y="946545"/>
                  </a:lnTo>
                  <a:lnTo>
                    <a:pt x="0" y="94654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10B00">
                    <a:alpha val="100000"/>
                  </a:srgbClr>
                </a:gs>
                <a:gs pos="100000">
                  <a:srgbClr val="0D6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38354" cy="956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838752" y="6336564"/>
            <a:ext cx="783031" cy="769871"/>
          </a:xfrm>
          <a:custGeom>
            <a:avLst/>
            <a:gdLst/>
            <a:ahLst/>
            <a:cxnLst/>
            <a:rect r="r" b="b" t="t" l="l"/>
            <a:pathLst>
              <a:path h="769871" w="783031">
                <a:moveTo>
                  <a:pt x="0" y="0"/>
                </a:moveTo>
                <a:lnTo>
                  <a:pt x="783031" y="0"/>
                </a:lnTo>
                <a:lnTo>
                  <a:pt x="783031" y="769872"/>
                </a:lnTo>
                <a:lnTo>
                  <a:pt x="0" y="769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1255" t="-39005" r="-43378" b="-4878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83952" y="2628092"/>
            <a:ext cx="544209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NOSSO </a:t>
            </a:r>
            <a:r>
              <a:rPr lang="en-US" sz="6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SITE</a:t>
            </a:r>
          </a:p>
        </p:txBody>
      </p:sp>
      <p:grpSp>
        <p:nvGrpSpPr>
          <p:cNvPr name="Group 19" id="19"/>
          <p:cNvGrpSpPr/>
          <p:nvPr/>
        </p:nvGrpSpPr>
        <p:grpSpPr>
          <a:xfrm rot="-10800000">
            <a:off x="0" y="0"/>
            <a:ext cx="1475720" cy="10287000"/>
            <a:chOff x="0" y="0"/>
            <a:chExt cx="1967627" cy="137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6766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67667">
                  <a:moveTo>
                    <a:pt x="0" y="0"/>
                  </a:moveTo>
                  <a:lnTo>
                    <a:pt x="1967667" y="0"/>
                  </a:lnTo>
                  <a:lnTo>
                    <a:pt x="196766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50000">
                  <a:srgbClr val="12490C">
                    <a:alpha val="78000"/>
                  </a:srgbClr>
                </a:gs>
                <a:gs pos="100000">
                  <a:srgbClr val="1B9906">
                    <a:alpha val="78000"/>
                  </a:srgbClr>
                </a:gs>
              </a:gsLst>
              <a:lin ang="0"/>
            </a:gradFill>
          </p:spPr>
        </p:sp>
      </p:grpSp>
      <p:sp>
        <p:nvSpPr>
          <p:cNvPr name="AutoShape 21" id="21"/>
          <p:cNvSpPr/>
          <p:nvPr/>
        </p:nvSpPr>
        <p:spPr>
          <a:xfrm>
            <a:off x="4550141" y="7993770"/>
            <a:ext cx="4440499" cy="23812"/>
          </a:xfrm>
          <a:prstGeom prst="line">
            <a:avLst/>
          </a:prstGeom>
          <a:ln cap="rnd" w="9525">
            <a:solidFill>
              <a:srgbClr val="2EF07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4976316" y="8843100"/>
            <a:ext cx="1991550" cy="415200"/>
          </a:xfrm>
          <a:custGeom>
            <a:avLst/>
            <a:gdLst/>
            <a:ahLst/>
            <a:cxnLst/>
            <a:rect r="r" b="b" t="t" l="l"/>
            <a:pathLst>
              <a:path h="415200" w="1991550">
                <a:moveTo>
                  <a:pt x="0" y="0"/>
                </a:moveTo>
                <a:lnTo>
                  <a:pt x="1991550" y="0"/>
                </a:lnTo>
                <a:lnTo>
                  <a:pt x="1991550" y="415200"/>
                </a:lnTo>
                <a:lnTo>
                  <a:pt x="0" y="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990665" y="10087800"/>
            <a:ext cx="6530400" cy="199200"/>
            <a:chOff x="0" y="0"/>
            <a:chExt cx="8707200" cy="26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07247" cy="265557"/>
            </a:xfrm>
            <a:custGeom>
              <a:avLst/>
              <a:gdLst/>
              <a:ahLst/>
              <a:cxnLst/>
              <a:rect r="r" b="b" t="t" l="l"/>
              <a:pathLst>
                <a:path h="265557" w="8707247">
                  <a:moveTo>
                    <a:pt x="8707247" y="0"/>
                  </a:moveTo>
                  <a:lnTo>
                    <a:pt x="0" y="0"/>
                  </a:lnTo>
                  <a:lnTo>
                    <a:pt x="0" y="265557"/>
                  </a:lnTo>
                  <a:lnTo>
                    <a:pt x="8707247" y="265557"/>
                  </a:lnTo>
                  <a:close/>
                </a:path>
              </a:pathLst>
            </a:custGeom>
            <a:solidFill>
              <a:srgbClr val="2EF07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083952" y="8843100"/>
            <a:ext cx="1991550" cy="415200"/>
          </a:xfrm>
          <a:custGeom>
            <a:avLst/>
            <a:gdLst/>
            <a:ahLst/>
            <a:cxnLst/>
            <a:rect r="r" b="b" t="t" l="l"/>
            <a:pathLst>
              <a:path h="415200" w="1991550">
                <a:moveTo>
                  <a:pt x="0" y="0"/>
                </a:moveTo>
                <a:lnTo>
                  <a:pt x="1991550" y="0"/>
                </a:lnTo>
                <a:lnTo>
                  <a:pt x="1991550" y="415200"/>
                </a:lnTo>
                <a:lnTo>
                  <a:pt x="0" y="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05826" y="810959"/>
            <a:ext cx="2732529" cy="2732529"/>
            <a:chOff x="0" y="0"/>
            <a:chExt cx="3830200" cy="38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8" y="0"/>
              <a:ext cx="3830509" cy="3830306"/>
            </a:xfrm>
            <a:custGeom>
              <a:avLst/>
              <a:gdLst/>
              <a:ahLst/>
              <a:cxnLst/>
              <a:rect r="r" b="b" t="t" l="l"/>
              <a:pathLst>
                <a:path h="3830306" w="3830509">
                  <a:moveTo>
                    <a:pt x="1915208" y="0"/>
                  </a:moveTo>
                  <a:lnTo>
                    <a:pt x="1915208" y="12700"/>
                  </a:lnTo>
                  <a:lnTo>
                    <a:pt x="1915208" y="0"/>
                  </a:lnTo>
                  <a:cubicBezTo>
                    <a:pt x="2815130" y="0"/>
                    <a:pt x="3593640" y="626618"/>
                    <a:pt x="3786045" y="1505712"/>
                  </a:cubicBezTo>
                  <a:cubicBezTo>
                    <a:pt x="3978450" y="2384806"/>
                    <a:pt x="3532680" y="3279394"/>
                    <a:pt x="2714927" y="3655187"/>
                  </a:cubicBezTo>
                  <a:lnTo>
                    <a:pt x="2709593" y="3643630"/>
                  </a:lnTo>
                  <a:lnTo>
                    <a:pt x="2714927" y="3655187"/>
                  </a:lnTo>
                  <a:cubicBezTo>
                    <a:pt x="1897174" y="4030980"/>
                    <a:pt x="928037" y="3786759"/>
                    <a:pt x="386128" y="3068320"/>
                  </a:cubicBezTo>
                  <a:cubicBezTo>
                    <a:pt x="-155781" y="2349881"/>
                    <a:pt x="-124285" y="1350899"/>
                    <a:pt x="461693" y="668020"/>
                  </a:cubicBezTo>
                  <a:cubicBezTo>
                    <a:pt x="466265" y="662686"/>
                    <a:pt x="474266" y="662051"/>
                    <a:pt x="479600" y="666623"/>
                  </a:cubicBezTo>
                  <a:lnTo>
                    <a:pt x="1923336" y="1905508"/>
                  </a:lnTo>
                  <a:lnTo>
                    <a:pt x="1915081" y="1915160"/>
                  </a:lnTo>
                  <a:lnTo>
                    <a:pt x="1902381" y="1915160"/>
                  </a:lnTo>
                  <a:lnTo>
                    <a:pt x="1902381" y="12700"/>
                  </a:lnTo>
                  <a:cubicBezTo>
                    <a:pt x="1902381" y="9271"/>
                    <a:pt x="1903778" y="6096"/>
                    <a:pt x="1906064" y="3683"/>
                  </a:cubicBezTo>
                  <a:cubicBezTo>
                    <a:pt x="1908350" y="1270"/>
                    <a:pt x="1911652" y="0"/>
                    <a:pt x="1915081" y="0"/>
                  </a:cubicBezTo>
                  <a:moveTo>
                    <a:pt x="1915081" y="25400"/>
                  </a:moveTo>
                  <a:lnTo>
                    <a:pt x="1915081" y="12700"/>
                  </a:lnTo>
                  <a:lnTo>
                    <a:pt x="1927781" y="12700"/>
                  </a:lnTo>
                  <a:lnTo>
                    <a:pt x="1927781" y="1915160"/>
                  </a:lnTo>
                  <a:cubicBezTo>
                    <a:pt x="1927781" y="1920113"/>
                    <a:pt x="1924860" y="1924685"/>
                    <a:pt x="1920415" y="1926717"/>
                  </a:cubicBezTo>
                  <a:cubicBezTo>
                    <a:pt x="1915970" y="1928749"/>
                    <a:pt x="1910636" y="1927987"/>
                    <a:pt x="1906826" y="1924812"/>
                  </a:cubicBezTo>
                  <a:lnTo>
                    <a:pt x="463217" y="685800"/>
                  </a:lnTo>
                  <a:lnTo>
                    <a:pt x="471472" y="676148"/>
                  </a:lnTo>
                  <a:lnTo>
                    <a:pt x="481124" y="684403"/>
                  </a:lnTo>
                  <a:cubicBezTo>
                    <a:pt x="-97234" y="1358392"/>
                    <a:pt x="-128222" y="2344039"/>
                    <a:pt x="406448" y="3052953"/>
                  </a:cubicBezTo>
                  <a:lnTo>
                    <a:pt x="396288" y="3060573"/>
                  </a:lnTo>
                  <a:lnTo>
                    <a:pt x="406448" y="3052953"/>
                  </a:lnTo>
                  <a:cubicBezTo>
                    <a:pt x="941118" y="3761867"/>
                    <a:pt x="1897428" y="4002913"/>
                    <a:pt x="2704259" y="3632073"/>
                  </a:cubicBezTo>
                  <a:cubicBezTo>
                    <a:pt x="3511090" y="3261233"/>
                    <a:pt x="3951018" y="2378583"/>
                    <a:pt x="3761153" y="1511173"/>
                  </a:cubicBezTo>
                  <a:lnTo>
                    <a:pt x="3773599" y="1508506"/>
                  </a:lnTo>
                  <a:lnTo>
                    <a:pt x="3761153" y="1511173"/>
                  </a:lnTo>
                  <a:cubicBezTo>
                    <a:pt x="3571415" y="643763"/>
                    <a:pt x="2803192" y="25400"/>
                    <a:pt x="1915208" y="25400"/>
                  </a:cubicBezTo>
                  <a:close/>
                </a:path>
              </a:pathLst>
            </a:custGeom>
            <a:solidFill>
              <a:srgbClr val="2EF07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48" y="0"/>
              <a:ext cx="3830509" cy="3830306"/>
            </a:xfrm>
            <a:custGeom>
              <a:avLst/>
              <a:gdLst/>
              <a:ahLst/>
              <a:cxnLst/>
              <a:rect r="r" b="b" t="t" l="l"/>
              <a:pathLst>
                <a:path h="3830306" w="3830509">
                  <a:moveTo>
                    <a:pt x="1915208" y="0"/>
                  </a:moveTo>
                  <a:lnTo>
                    <a:pt x="1915208" y="12700"/>
                  </a:lnTo>
                  <a:lnTo>
                    <a:pt x="1915208" y="0"/>
                  </a:lnTo>
                  <a:cubicBezTo>
                    <a:pt x="2815130" y="0"/>
                    <a:pt x="3593640" y="626618"/>
                    <a:pt x="3786045" y="1505712"/>
                  </a:cubicBezTo>
                  <a:cubicBezTo>
                    <a:pt x="3978450" y="2384806"/>
                    <a:pt x="3532680" y="3279394"/>
                    <a:pt x="2714927" y="3655187"/>
                  </a:cubicBezTo>
                  <a:lnTo>
                    <a:pt x="2709593" y="3643630"/>
                  </a:lnTo>
                  <a:lnTo>
                    <a:pt x="2714927" y="3655187"/>
                  </a:lnTo>
                  <a:cubicBezTo>
                    <a:pt x="1897174" y="4030980"/>
                    <a:pt x="928037" y="3786759"/>
                    <a:pt x="386128" y="3068320"/>
                  </a:cubicBezTo>
                  <a:cubicBezTo>
                    <a:pt x="-155781" y="2349881"/>
                    <a:pt x="-124285" y="1350899"/>
                    <a:pt x="461693" y="668020"/>
                  </a:cubicBezTo>
                  <a:lnTo>
                    <a:pt x="480997" y="684530"/>
                  </a:lnTo>
                  <a:cubicBezTo>
                    <a:pt x="-97234" y="1358392"/>
                    <a:pt x="-128222" y="2344039"/>
                    <a:pt x="406448" y="3052953"/>
                  </a:cubicBezTo>
                  <a:lnTo>
                    <a:pt x="396288" y="3060573"/>
                  </a:lnTo>
                  <a:lnTo>
                    <a:pt x="406448" y="3052953"/>
                  </a:lnTo>
                  <a:cubicBezTo>
                    <a:pt x="941118" y="3761867"/>
                    <a:pt x="1897428" y="4002913"/>
                    <a:pt x="2704259" y="3632073"/>
                  </a:cubicBezTo>
                  <a:cubicBezTo>
                    <a:pt x="3511090" y="3261233"/>
                    <a:pt x="3951018" y="2378583"/>
                    <a:pt x="3761153" y="1511173"/>
                  </a:cubicBezTo>
                  <a:lnTo>
                    <a:pt x="3773599" y="1508506"/>
                  </a:lnTo>
                  <a:lnTo>
                    <a:pt x="3761153" y="1511173"/>
                  </a:lnTo>
                  <a:cubicBezTo>
                    <a:pt x="3571415" y="643763"/>
                    <a:pt x="2803192" y="25400"/>
                    <a:pt x="1915208" y="25400"/>
                  </a:cubicBezTo>
                  <a:close/>
                </a:path>
              </a:pathLst>
            </a:custGeom>
            <a:solidFill>
              <a:srgbClr val="2EF07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07278" y="4248150"/>
            <a:ext cx="7441749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0"/>
              </a:lnSpc>
            </a:pPr>
            <a:r>
              <a:rPr lang="en-US" sz="5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OBRIGADO PELA ATENÇÃO!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0" y="0"/>
            <a:ext cx="1475720" cy="10287000"/>
            <a:chOff x="0" y="0"/>
            <a:chExt cx="1967627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766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67667">
                  <a:moveTo>
                    <a:pt x="0" y="0"/>
                  </a:moveTo>
                  <a:lnTo>
                    <a:pt x="1967667" y="0"/>
                  </a:lnTo>
                  <a:lnTo>
                    <a:pt x="1967667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50000">
                  <a:srgbClr val="12490C">
                    <a:alpha val="78000"/>
                  </a:srgbClr>
                </a:gs>
                <a:gs pos="100000">
                  <a:srgbClr val="1B9906">
                    <a:alpha val="78000"/>
                  </a:srgbClr>
                </a:gs>
              </a:gsLst>
              <a:lin ang="0"/>
            </a:gradFill>
          </p:spPr>
        </p:sp>
      </p:grpSp>
      <p:sp>
        <p:nvSpPr>
          <p:cNvPr name="AutoShape 11" id="11"/>
          <p:cNvSpPr/>
          <p:nvPr/>
        </p:nvSpPr>
        <p:spPr>
          <a:xfrm>
            <a:off x="9139238" y="2573835"/>
            <a:ext cx="0" cy="4440563"/>
          </a:xfrm>
          <a:prstGeom prst="line">
            <a:avLst/>
          </a:prstGeom>
          <a:ln cap="rnd" w="9525">
            <a:solidFill>
              <a:srgbClr val="2EF07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993059" y="4012867"/>
            <a:ext cx="5608106" cy="1997408"/>
          </a:xfrm>
          <a:custGeom>
            <a:avLst/>
            <a:gdLst/>
            <a:ahLst/>
            <a:cxnLst/>
            <a:rect r="r" b="b" t="t" l="l"/>
            <a:pathLst>
              <a:path h="1997408" w="5608106">
                <a:moveTo>
                  <a:pt x="0" y="0"/>
                </a:moveTo>
                <a:lnTo>
                  <a:pt x="5608106" y="0"/>
                </a:lnTo>
                <a:lnTo>
                  <a:pt x="5608106" y="1997408"/>
                </a:lnTo>
                <a:lnTo>
                  <a:pt x="0" y="19974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DAHLAIObHz8</dc:identifier>
  <dcterms:modified xsi:type="dcterms:W3CDTF">2011-08-01T06:04:30Z</dcterms:modified>
  <cp:revision>1</cp:revision>
  <dc:title>Apresentação_Projetos_AllFit.pptx</dc:title>
</cp:coreProperties>
</file>